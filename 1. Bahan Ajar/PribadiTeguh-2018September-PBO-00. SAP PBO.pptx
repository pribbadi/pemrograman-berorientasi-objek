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407" r:id="rId3"/>
    <p:sldId id="414" r:id="rId4"/>
    <p:sldId id="420" r:id="rId5"/>
    <p:sldId id="416" r:id="rId6"/>
    <p:sldId id="413" r:id="rId7"/>
    <p:sldId id="417" r:id="rId8"/>
    <p:sldId id="411" r:id="rId9"/>
    <p:sldId id="419" r:id="rId10"/>
    <p:sldId id="418" r:id="rId11"/>
    <p:sldId id="31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93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9/17/2018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17/09/2018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B640A9-E75A-4093-9667-ABD2E89C2AD7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2ED595-A960-4EC6-A66D-72370EA79B32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C5A0C2-4FFC-43FE-AF3C-49817869F3D9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7F55E-A8D4-4080-A68C-7A89EBC25F20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72E93-39AD-4D63-9BA1-B8B65F6D6F1E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B00AE5-724C-4F13-BE78-A3FF537246D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DAB42-6B87-4E41-8A58-64139319C82D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EF7F0A-8D0E-4B48-9292-DB29D3890617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88A89-9A6A-43B3-8B27-1C5F834123E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pribadi.transcipta.com/" TargetMode="External"/><Relationship Id="rId2" Type="http://schemas.openxmlformats.org/officeDocument/2006/relationships/hyperlink" Target="mailto:pribadi.UNUGIRI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PEMROGRAMAN BERORIENTASI OBJEK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00. </a:t>
            </a:r>
            <a:r>
              <a:rPr lang="id-ID" sz="3500" dirty="0">
                <a:solidFill>
                  <a:srgbClr val="0070C0"/>
                </a:solidFill>
              </a:rPr>
              <a:t>Satuan Acara Perkuliahan (SAP)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d-ID" b="1" dirty="0"/>
              <a:t>Satuan Acara Perkuliahan (SAP)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Informasi Matakuliah 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Kebutuhan Software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Referensi</a:t>
            </a:r>
          </a:p>
          <a:p>
            <a:pPr marL="463550" indent="-463550">
              <a:buFont typeface="+mj-lt"/>
              <a:buAutoNum type="arabicParenR"/>
            </a:pPr>
            <a:r>
              <a:rPr lang="id-ID" dirty="0">
                <a:latin typeface="Agency FB" panose="020B0503020202020204" pitchFamily="34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0213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1)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Matakuliah</a:t>
            </a:r>
            <a:r>
              <a:rPr lang="en-US" dirty="0"/>
              <a:t> 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53097"/>
            <a:ext cx="7410449" cy="2839752"/>
          </a:xfrm>
        </p:spPr>
        <p:txBody>
          <a:bodyPr>
            <a:normAutofit/>
          </a:bodyPr>
          <a:lstStyle/>
          <a:p>
            <a:pPr marL="92075">
              <a:spcBef>
                <a:spcPts val="600"/>
              </a:spcBef>
            </a:pPr>
            <a:endParaRPr lang="id-ID" sz="24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47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3600" b="1" dirty="0">
                <a:solidFill>
                  <a:srgbClr val="0070C0"/>
                </a:solidFill>
              </a:rPr>
              <a:t>Informasi Matakuliah</a:t>
            </a:r>
            <a:br>
              <a:rPr lang="en-US" sz="3600" b="1" dirty="0">
                <a:solidFill>
                  <a:srgbClr val="0070C0"/>
                </a:solidFill>
              </a:rPr>
            </a:br>
            <a:endParaRPr lang="id-ID" sz="4800" b="1" dirty="0">
              <a:solidFill>
                <a:srgbClr val="0070C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CC4DF5-42DC-4DDF-A759-B2B73A5EB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8" t="17125" r="8322" b="2180"/>
          <a:stretch/>
        </p:blipFill>
        <p:spPr>
          <a:xfrm>
            <a:off x="4417324" y="2297151"/>
            <a:ext cx="4739104" cy="444390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44DBD-036A-4B63-B4C5-E949A442DB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7" t="11708" r="7382" b="14147"/>
          <a:stretch/>
        </p:blipFill>
        <p:spPr>
          <a:xfrm>
            <a:off x="-1" y="610337"/>
            <a:ext cx="4449337" cy="624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23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2) Kebutuhan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7215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Kebutuhan Software</a:t>
            </a: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851C9C-CAF9-46A2-B24F-7420A51F963E}"/>
              </a:ext>
            </a:extLst>
          </p:cNvPr>
          <p:cNvSpPr txBox="1">
            <a:spLocks/>
          </p:cNvSpPr>
          <p:nvPr/>
        </p:nvSpPr>
        <p:spPr>
          <a:xfrm>
            <a:off x="476251" y="1658982"/>
            <a:ext cx="3800781" cy="463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Browser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Adobe flash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Chrome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Firefox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Maxton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Opera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Safari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UC browser</a:t>
            </a:r>
          </a:p>
          <a:p>
            <a:r>
              <a:rPr lang="en-US" b="1" dirty="0" err="1"/>
              <a:t>Localserver</a:t>
            </a:r>
            <a:endParaRPr lang="en-US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FF0000"/>
                </a:solidFill>
              </a:rPr>
              <a:t>Xampp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Laragon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DB1680-14E3-42C7-8ACC-129B7DFAC436}"/>
              </a:ext>
            </a:extLst>
          </p:cNvPr>
          <p:cNvSpPr txBox="1">
            <a:spLocks/>
          </p:cNvSpPr>
          <p:nvPr/>
        </p:nvSpPr>
        <p:spPr>
          <a:xfrm>
            <a:off x="4635954" y="1658982"/>
            <a:ext cx="3800781" cy="4637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178" indent="-45717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Editor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Notepad++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Atom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Sublime Text</a:t>
            </a:r>
          </a:p>
          <a:p>
            <a:r>
              <a:rPr lang="en-US" b="1" dirty="0"/>
              <a:t>Database GUI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FF0000"/>
                </a:solidFill>
              </a:rPr>
              <a:t>HeidiSQL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SQLYog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09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3) Referensi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4364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265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Andrea Tar. 2012. PHP and MySQL 24-Hour Trainer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2012. PHP &amp; MySQL- The Missing Manual.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2013. PHP &amp; MySQL- The Missing Manual, 2nd Edition.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Deitel</a:t>
            </a:r>
            <a:r>
              <a:rPr lang="en-US" sz="1780" dirty="0"/>
              <a:t>, Harvey and Paul </a:t>
            </a:r>
            <a:r>
              <a:rPr lang="en-US" sz="1780" dirty="0" err="1"/>
              <a:t>Deitel</a:t>
            </a:r>
            <a:r>
              <a:rPr lang="en-US" sz="1780" dirty="0"/>
              <a:t>. 2007. Internet &amp; World Wide Web, How to Program. 4th Edition. Prentice Hall</a:t>
            </a:r>
            <a:endParaRPr lang="it-IT" sz="1780" dirty="0"/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Fadila, Armando dkk. Pro PHP Application Performance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Gilmore, W. Jason.  2010. Beginning </a:t>
            </a:r>
            <a:r>
              <a:rPr lang="en-US" sz="1780" dirty="0" err="1"/>
              <a:t>php</a:t>
            </a:r>
            <a:r>
              <a:rPr lang="en-US" sz="1780" dirty="0"/>
              <a:t> and </a:t>
            </a:r>
            <a:r>
              <a:rPr lang="en-US" sz="1780" dirty="0" err="1"/>
              <a:t>mysql</a:t>
            </a:r>
            <a:r>
              <a:rPr lang="en-US" sz="1780" dirty="0"/>
              <a:t> from novice to professional, 4th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Head First PHP &amp;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Kroenke, David. 2013. Database Processing 12th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Lamandi</a:t>
            </a:r>
            <a:r>
              <a:rPr lang="en-US" sz="1780" dirty="0"/>
              <a:t>, BB </a:t>
            </a:r>
            <a:r>
              <a:rPr lang="en-US" sz="1780" dirty="0" err="1"/>
              <a:t>dkk</a:t>
            </a:r>
            <a:r>
              <a:rPr lang="en-US" sz="1780" dirty="0"/>
              <a:t>. 2009. AJAX and PHP Building Modern Web Applications, 2nd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LesLie. Web Standards Mastering HTML5, CSS3, dan XML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Loka Dwiartara. Menyelam dan Menaklukan Samudra 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Michcel, Lorna Jane. PHP Web Services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Mysql Official. 2016. MySQL 5.7 Reference Manual-en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Official. php_manual_en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PHP6 and MySQL Bible by Steve </a:t>
            </a:r>
            <a:r>
              <a:rPr lang="en-US" sz="1780" dirty="0" err="1"/>
              <a:t>Suehring</a:t>
            </a:r>
            <a:endParaRPr lang="id-ID" sz="1780" dirty="0"/>
          </a:p>
        </p:txBody>
      </p:sp>
    </p:spTree>
    <p:extLst>
      <p:ext uri="{BB962C8B-B14F-4D97-AF65-F5344CB8AC3E}">
        <p14:creationId xmlns:p14="http://schemas.microsoft.com/office/powerpoint/2010/main" val="1602133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392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Power, David. PHP Solutions, 3rd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Powers, David. 2010. PHP Solutions Dynamic Web Design Made Easy 2nd Edition. </a:t>
            </a:r>
            <a:r>
              <a:rPr lang="en-US" sz="1780" dirty="0" err="1"/>
              <a:t>Friendsoft-Apress</a:t>
            </a:r>
            <a:r>
              <a:rPr lang="en-US" sz="1780" dirty="0"/>
              <a:t> company-USA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Robert W. Sebesta. 2014. Programming the World Wide Web 2014 (8th Edition). Addison Wesley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Rochkin Mark. 2013. Expert PHP and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Rosihanari. Basic PHP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Ruehning, dkk. php_mysql_javascript__html5_all-in-one_for_dummies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Sams.Sams.Teach.Yourself.PHP.MySQL.and.Apache.All-in-One.ISBN0672326205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Solichin, Achmad. Pemrograman Web dengan PHP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Tatro, Kvein, dkk. 2013. Programming PHP, 3rd Edition.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Tutorialpoints.com - mysql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Valade</a:t>
            </a:r>
            <a:r>
              <a:rPr lang="en-US" sz="1780" dirty="0"/>
              <a:t>, Janet. PHP &amp; MySQL Web Development All-in-One Desk Reference For Dummies. </a:t>
            </a:r>
            <a:r>
              <a:rPr lang="en-US" sz="1780" dirty="0" err="1"/>
              <a:t>CanadaWiley</a:t>
            </a:r>
            <a:r>
              <a:rPr lang="en-US" sz="1780" dirty="0"/>
              <a:t> </a:t>
            </a:r>
            <a:r>
              <a:rPr lang="en-US" sz="1780" dirty="0" err="1"/>
              <a:t>Publishing,Inc</a:t>
            </a:r>
            <a:r>
              <a:rPr lang="en-US" sz="1780" dirty="0"/>
              <a:t> 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W3Schools Offline 2018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Wahono, Romi Satria. dasar-php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Welling, Luke and Laura Thomson. 2015. Welling php mysql web 3rd. USA - Sam Publishing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Widigdo, Anon Kuncoro. 2003. php dan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Zandstra</a:t>
            </a:r>
            <a:r>
              <a:rPr lang="en-US" sz="1780" dirty="0"/>
              <a:t>, Matt. PHP Objects, Patterns, and Practice, 4th Edition</a:t>
            </a:r>
            <a:endParaRPr lang="it-IT" sz="1780" dirty="0"/>
          </a:p>
        </p:txBody>
      </p:sp>
    </p:spTree>
    <p:extLst>
      <p:ext uri="{BB962C8B-B14F-4D97-AF65-F5344CB8AC3E}">
        <p14:creationId xmlns:p14="http://schemas.microsoft.com/office/powerpoint/2010/main" val="92362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4) Contact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5854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: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hlinkClick r:id="rId2"/>
              </a:rPr>
              <a:t>pribadi</a:t>
            </a:r>
            <a:r>
              <a:rPr lang="id-ID" sz="24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.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  <a:hlinkClick r:id="rId2"/>
              </a:rPr>
              <a:t>unugiri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@</a:t>
            </a:r>
            <a:r>
              <a:rPr lang="id-ID" sz="24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gmail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.com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/>
              <a:t>Site :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hlinkClick r:id="rId3"/>
              </a:rPr>
              <a:t>http://www.teguhpribadi.com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WA/Telegram :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0857 3600 3963 || 082 337 475 885</a:t>
            </a:r>
          </a:p>
        </p:txBody>
      </p:sp>
    </p:spTree>
    <p:extLst>
      <p:ext uri="{BB962C8B-B14F-4D97-AF65-F5344CB8AC3E}">
        <p14:creationId xmlns:p14="http://schemas.microsoft.com/office/powerpoint/2010/main" val="390246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3613</TotalTime>
  <Words>497</Words>
  <Application>Microsoft Office PowerPoint</Application>
  <PresentationFormat>On-screen Show (4:3)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Adobe Heiti Std R</vt:lpstr>
      <vt:lpstr>Agency FB</vt:lpstr>
      <vt:lpstr>Arial</vt:lpstr>
      <vt:lpstr>Calibri</vt:lpstr>
      <vt:lpstr>Calibri Light</vt:lpstr>
      <vt:lpstr>Rockwell</vt:lpstr>
      <vt:lpstr>Segoe UI Semilight</vt:lpstr>
      <vt:lpstr>Wingdings</vt:lpstr>
      <vt:lpstr>Office Theme</vt:lpstr>
      <vt:lpstr>PEMROGRAMAN BERORIENTASI OBJEK 00. Satuan Acara Perkuliahan (SAP)</vt:lpstr>
      <vt:lpstr>Satuan Acara Perkuliahan (SAP)</vt:lpstr>
      <vt:lpstr>1) Informasi Matakuliah </vt:lpstr>
      <vt:lpstr>Informasi Matakuliah </vt:lpstr>
      <vt:lpstr>2) Kebutuhan Software</vt:lpstr>
      <vt:lpstr>Kebutuhan Software</vt:lpstr>
      <vt:lpstr>3) Referensi</vt:lpstr>
      <vt:lpstr>Referensi (1)</vt:lpstr>
      <vt:lpstr>Referensi (2)</vt:lpstr>
      <vt:lpstr>4) Contact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2536</cp:revision>
  <dcterms:created xsi:type="dcterms:W3CDTF">2016-09-02T03:38:50Z</dcterms:created>
  <dcterms:modified xsi:type="dcterms:W3CDTF">2018-09-17T02:43:04Z</dcterms:modified>
</cp:coreProperties>
</file>